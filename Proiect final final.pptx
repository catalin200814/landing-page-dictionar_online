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Swis721 BdOul BT" panose="04020705020B03040203" pitchFamily="82" charset="0"/>
      <p:regular r:id="rId10"/>
    </p:embeddedFont>
    <p:embeddedFont>
      <p:font typeface="Crimson Text" panose="020B0604020202020204" charset="0"/>
      <p:regular r:id="rId11"/>
      <p:bold r:id="rId12"/>
      <p:italic r:id="rId13"/>
      <p:boldItalic r:id="rId14"/>
    </p:embeddedFont>
    <p:embeddedFont>
      <p:font typeface="Arial Black" panose="020B0A04020102020204" pitchFamily="34" charset="0"/>
      <p:bold r:id="rId15"/>
    </p:embeddedFont>
    <p:embeddedFont>
      <p:font typeface="Vidaloka" panose="020B0604020202020204" charset="0"/>
      <p:regular r:id="rId16"/>
    </p:embeddedFont>
    <p:embeddedFont>
      <p:font typeface="Algerian" panose="04020705040A02060702" pitchFamily="82" charset="0"/>
      <p:regular r:id="rId17"/>
    </p:embeddedFont>
    <p:embeddedFont>
      <p:font typeface="Montserrat" panose="020B0604020202020204" charset="0"/>
      <p:regular r:id="rId18"/>
      <p:bold r:id="rId19"/>
      <p:italic r:id="rId20"/>
      <p:boldItalic r:id="rId21"/>
    </p:embeddedFont>
    <p:embeddedFont>
      <p:font typeface="Lato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892771-CBD0-4977-8D78-93B484D16BB3}">
  <a:tblStyle styleId="{CA892771-CBD0-4977-8D78-93B484D16B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97" r:id="rId9"/>
    <p:sldLayoutId id="2147483698" r:id="rId10"/>
    <p:sldLayoutId id="2147483699" r:id="rId11"/>
    <p:sldLayoutId id="214748370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atalin200814.github.io/Landing-Page-Dictionar_Online/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40000" y="1554480"/>
            <a:ext cx="7064100" cy="10192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Dic</a:t>
            </a:r>
            <a:r>
              <a:rPr lang="ro-RO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ționar</a:t>
            </a:r>
            <a:r>
              <a:rPr lang="ro-RO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online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602394" y="3279128"/>
            <a:ext cx="7064100" cy="12014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Echipă: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Popușoi Bogdan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-RO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Salcoci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Cătălin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2216250" y="386242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800" b="1" dirty="0" smtClean="0">
                <a:latin typeface="Swis721 BdOul BT" panose="04020705020B03040203" pitchFamily="82" charset="0"/>
                <a:cs typeface="Times New Roman" panose="02020603050405020304" pitchFamily="18" charset="0"/>
              </a:rPr>
              <a:t>Introducere</a:t>
            </a:r>
            <a:endParaRPr sz="4800" b="1" dirty="0">
              <a:latin typeface="Swis721 BdOul BT" panose="04020705020B03040203" pitchFamily="82" charset="0"/>
              <a:cs typeface="Times New Roman" panose="02020603050405020304" pitchFamily="18" charset="0"/>
            </a:endParaRPr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50" y="1508057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SzPts val="1100"/>
              <a:buNone/>
            </a:pPr>
            <a:r>
              <a:rPr lang="en-US" sz="1600" dirty="0"/>
              <a:t>B&amp;C - </a:t>
            </a:r>
            <a:r>
              <a:rPr lang="en-US" sz="1600" dirty="0" err="1"/>
              <a:t>Dicționarul</a:t>
            </a:r>
            <a:r>
              <a:rPr lang="en-US" sz="1600" dirty="0"/>
              <a:t> </a:t>
            </a:r>
            <a:r>
              <a:rPr lang="en-US" sz="1600" dirty="0" err="1"/>
              <a:t>Școlar</a:t>
            </a:r>
            <a:r>
              <a:rPr lang="en-US" sz="1600" dirty="0"/>
              <a:t> </a:t>
            </a:r>
            <a:r>
              <a:rPr lang="en-US" sz="1600" dirty="0" err="1"/>
              <a:t>este</a:t>
            </a:r>
            <a:r>
              <a:rPr lang="en-US" sz="1600" dirty="0"/>
              <a:t> o </a:t>
            </a:r>
            <a:r>
              <a:rPr lang="en-US" sz="1600" dirty="0" err="1"/>
              <a:t>aplicație</a:t>
            </a:r>
            <a:r>
              <a:rPr lang="en-US" sz="1600" dirty="0"/>
              <a:t> web </a:t>
            </a:r>
            <a:r>
              <a:rPr lang="en-US" sz="1600" dirty="0" err="1"/>
              <a:t>modernă</a:t>
            </a:r>
            <a:r>
              <a:rPr lang="en-US" sz="1600" dirty="0"/>
              <a:t>, </a:t>
            </a:r>
          </a:p>
          <a:p>
            <a:pPr marL="0" lvl="0" indent="0" algn="ctr">
              <a:buSzPts val="1100"/>
              <a:buNone/>
            </a:pPr>
            <a:r>
              <a:rPr lang="en-US" sz="1600" dirty="0" err="1"/>
              <a:t>dezvoltată</a:t>
            </a:r>
            <a:r>
              <a:rPr lang="en-US" sz="1600" dirty="0"/>
              <a:t> ca </a:t>
            </a:r>
            <a:r>
              <a:rPr lang="en-US" sz="1600" dirty="0" err="1"/>
              <a:t>proiect</a:t>
            </a:r>
            <a:r>
              <a:rPr lang="en-US" sz="1600" dirty="0"/>
              <a:t> </a:t>
            </a:r>
            <a:r>
              <a:rPr lang="en-US" sz="1600" dirty="0" err="1"/>
              <a:t>educațional</a:t>
            </a:r>
            <a:r>
              <a:rPr lang="en-US" sz="1600" dirty="0"/>
              <a:t>, care </a:t>
            </a:r>
            <a:r>
              <a:rPr lang="en-US" sz="1600" dirty="0" err="1"/>
              <a:t>oferă</a:t>
            </a:r>
            <a:r>
              <a:rPr lang="en-US" sz="1600" dirty="0"/>
              <a:t> </a:t>
            </a:r>
            <a:r>
              <a:rPr lang="en-US" sz="1600" dirty="0" err="1"/>
              <a:t>utilizatorilor</a:t>
            </a:r>
            <a:r>
              <a:rPr lang="en-US" sz="1600" dirty="0"/>
              <a:t> </a:t>
            </a:r>
          </a:p>
          <a:p>
            <a:pPr marL="0" lvl="0" indent="0" algn="ctr">
              <a:buSzPts val="1100"/>
              <a:buNone/>
            </a:pPr>
            <a:r>
              <a:rPr lang="en-US" sz="1600" dirty="0" err="1"/>
              <a:t>posibilitatea</a:t>
            </a:r>
            <a:r>
              <a:rPr lang="en-US" sz="1600" dirty="0"/>
              <a:t> de a </a:t>
            </a:r>
            <a:r>
              <a:rPr lang="en-US" sz="1600" dirty="0" err="1"/>
              <a:t>căuta</a:t>
            </a:r>
            <a:r>
              <a:rPr lang="en-US" sz="1600" dirty="0"/>
              <a:t> rapid </a:t>
            </a:r>
            <a:r>
              <a:rPr lang="en-US" sz="1600" dirty="0" err="1"/>
              <a:t>definiții</a:t>
            </a:r>
            <a:r>
              <a:rPr lang="en-US" sz="1600" dirty="0"/>
              <a:t>, </a:t>
            </a:r>
            <a:r>
              <a:rPr lang="en-US" sz="1600" dirty="0" err="1"/>
              <a:t>sinonime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antonime</a:t>
            </a:r>
            <a:r>
              <a:rPr lang="en-US" sz="1600" dirty="0"/>
              <a:t> </a:t>
            </a:r>
          </a:p>
          <a:p>
            <a:pPr marL="0" lvl="0" indent="0" algn="ctr">
              <a:buSzPts val="1100"/>
              <a:buNone/>
            </a:pP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cuvinte</a:t>
            </a:r>
            <a:r>
              <a:rPr lang="en-US" sz="1600" dirty="0"/>
              <a:t> din </a:t>
            </a:r>
            <a:r>
              <a:rPr lang="en-US" sz="1600" dirty="0" err="1"/>
              <a:t>limba</a:t>
            </a:r>
            <a:r>
              <a:rPr lang="en-US" sz="1600" dirty="0"/>
              <a:t> </a:t>
            </a:r>
            <a:r>
              <a:rPr lang="en-US" sz="1600" dirty="0" err="1"/>
              <a:t>română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engleză</a:t>
            </a:r>
            <a:r>
              <a:rPr lang="en-US" sz="1600" dirty="0"/>
              <a:t>.</a:t>
            </a:r>
          </a:p>
          <a:p>
            <a:pPr marL="0" lvl="0" indent="0" algn="ctr">
              <a:buSzPts val="1100"/>
              <a:buNone/>
            </a:pPr>
            <a:endParaRPr lang="en-US" sz="1600" dirty="0"/>
          </a:p>
          <a:p>
            <a:pPr marL="0" lvl="0" indent="0" algn="ctr">
              <a:buSzPts val="1100"/>
              <a:buNone/>
            </a:pPr>
            <a:r>
              <a:rPr lang="en-US" sz="1600" dirty="0" err="1"/>
              <a:t>Aplicația</a:t>
            </a:r>
            <a:r>
              <a:rPr lang="en-US" sz="1600" dirty="0"/>
              <a:t> se </a:t>
            </a:r>
            <a:r>
              <a:rPr lang="en-US" sz="1600" dirty="0" err="1"/>
              <a:t>adresează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special </a:t>
            </a:r>
            <a:r>
              <a:rPr lang="en-US" sz="1600" dirty="0" err="1"/>
              <a:t>elevilor</a:t>
            </a:r>
            <a:r>
              <a:rPr lang="en-US" sz="1600" dirty="0"/>
              <a:t>, </a:t>
            </a:r>
            <a:r>
              <a:rPr lang="en-US" sz="1600" dirty="0" err="1"/>
              <a:t>dar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oricărei</a:t>
            </a:r>
            <a:r>
              <a:rPr lang="en-US" sz="1600" dirty="0"/>
              <a:t> </a:t>
            </a:r>
          </a:p>
          <a:p>
            <a:pPr marL="0" lvl="0" indent="0" algn="ctr">
              <a:buSzPts val="1100"/>
              <a:buNone/>
            </a:pPr>
            <a:r>
              <a:rPr lang="en-US" sz="1600" dirty="0" err="1"/>
              <a:t>persoane</a:t>
            </a:r>
            <a:r>
              <a:rPr lang="en-US" sz="1600" dirty="0"/>
              <a:t> care </a:t>
            </a:r>
            <a:r>
              <a:rPr lang="en-US" sz="1600" dirty="0" err="1"/>
              <a:t>dorește</a:t>
            </a:r>
            <a:r>
              <a:rPr lang="en-US" sz="1600" dirty="0"/>
              <a:t> </a:t>
            </a:r>
            <a:r>
              <a:rPr lang="en-US" sz="1600" dirty="0" err="1"/>
              <a:t>să-și</a:t>
            </a:r>
            <a:r>
              <a:rPr lang="en-US" sz="1600" dirty="0"/>
              <a:t> </a:t>
            </a:r>
            <a:r>
              <a:rPr lang="en-US" sz="1600" dirty="0" err="1"/>
              <a:t>îmbogățească</a:t>
            </a:r>
            <a:r>
              <a:rPr lang="en-US" sz="1600" dirty="0"/>
              <a:t> </a:t>
            </a:r>
            <a:r>
              <a:rPr lang="en-US" sz="1600" dirty="0" err="1"/>
              <a:t>vocabularul</a:t>
            </a:r>
            <a:r>
              <a:rPr lang="en-US" sz="1600" dirty="0"/>
              <a:t> </a:t>
            </a:r>
            <a:r>
              <a:rPr lang="en-US" sz="1600" dirty="0" err="1"/>
              <a:t>într</a:t>
            </a:r>
            <a:r>
              <a:rPr lang="en-US" sz="1600" dirty="0"/>
              <a:t>-un </a:t>
            </a:r>
          </a:p>
          <a:p>
            <a:pPr marL="0" lvl="0" indent="0" algn="ctr">
              <a:buSzPts val="1100"/>
              <a:buNone/>
            </a:pPr>
            <a:r>
              <a:rPr lang="en-US" sz="1600" dirty="0"/>
              <a:t>mod </a:t>
            </a:r>
            <a:r>
              <a:rPr lang="en-US" sz="1600" dirty="0" err="1"/>
              <a:t>interactiv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plăcut</a:t>
            </a:r>
            <a:r>
              <a:rPr lang="en-US" sz="1600" dirty="0"/>
              <a:t>.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>
            <a:spLocks noGrp="1"/>
          </p:cNvSpPr>
          <p:nvPr>
            <p:ph type="title"/>
          </p:nvPr>
        </p:nvSpPr>
        <p:spPr>
          <a:xfrm>
            <a:off x="360528" y="2023099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33949" y="502919"/>
            <a:ext cx="555171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🔍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inteligentă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Caută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română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engleză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sinonime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antonime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Cuvântul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zilei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Afișează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zilnic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cuvânt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Include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pronunție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sinonime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Istoric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căutări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ultimele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cuvinte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reîncărcarea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rapidă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acestora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🌙 Mod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întunecat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adaptabilă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vizual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luminos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întunecat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Design responsive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Desktop,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telefon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3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Progres semestru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825" y="1172053"/>
            <a:ext cx="5014449" cy="33929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/>
          <p:cNvSpPr txBox="1">
            <a:spLocks noGrp="1"/>
          </p:cNvSpPr>
          <p:nvPr>
            <p:ph type="title"/>
          </p:nvPr>
        </p:nvSpPr>
        <p:spPr>
          <a:xfrm>
            <a:off x="2501940" y="522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Pagina Principală</a:t>
            </a:r>
            <a:br>
              <a:rPr lang="ro-RO" dirty="0" smtClean="0"/>
            </a:b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267" y="1200150"/>
            <a:ext cx="7258346" cy="3648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5"/>
          <p:cNvSpPr txBox="1">
            <a:spLocks noGrp="1"/>
          </p:cNvSpPr>
          <p:nvPr>
            <p:ph type="subTitle" idx="1"/>
          </p:nvPr>
        </p:nvSpPr>
        <p:spPr>
          <a:xfrm>
            <a:off x="1323364" y="461056"/>
            <a:ext cx="6967997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400" dirty="0" smtClean="0">
                <a:latin typeface="Algerian" panose="04020705040A02060702" pitchFamily="82" charset="0"/>
              </a:rPr>
              <a:t>Probleme </a:t>
            </a:r>
            <a:r>
              <a:rPr lang="ro-RO" sz="4400" dirty="0" smtClean="0">
                <a:latin typeface="Algerian" panose="04020705040A02060702" pitchFamily="82" charset="0"/>
              </a:rPr>
              <a:t>Întâmpinate </a:t>
            </a:r>
            <a:endParaRPr sz="4400" dirty="0">
              <a:latin typeface="Algerian" panose="04020705040A02060702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599" y="1574073"/>
            <a:ext cx="5048795" cy="3050177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Gestionarea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stării</a:t>
            </a:r>
            <a:r>
              <a:rPr lang="en-US" dirty="0">
                <a:solidFill>
                  <a:schemeClr val="tx1"/>
                </a:solidFill>
              </a:rPr>
              <a:t> de </a:t>
            </a:r>
            <a:r>
              <a:rPr lang="en-US" dirty="0" err="1">
                <a:solidFill>
                  <a:schemeClr val="tx1"/>
                </a:solidFill>
              </a:rPr>
              <a:t>încărcare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și</a:t>
            </a:r>
            <a:r>
              <a:rPr lang="en-US" dirty="0">
                <a:solidFill>
                  <a:schemeClr val="tx1"/>
                </a:solidFill>
              </a:rPr>
              <a:t> a </a:t>
            </a:r>
            <a:r>
              <a:rPr lang="en-US" dirty="0" err="1">
                <a:solidFill>
                  <a:schemeClr val="tx1"/>
                </a:solidFill>
              </a:rPr>
              <a:t>erorilor</a:t>
            </a:r>
            <a:r>
              <a:rPr lang="en-US" dirty="0">
                <a:solidFill>
                  <a:schemeClr val="tx1"/>
                </a:solidFill>
              </a:rPr>
              <a:t> la API-</a:t>
            </a:r>
            <a:r>
              <a:rPr lang="en-US" dirty="0" err="1">
                <a:solidFill>
                  <a:schemeClr val="tx1"/>
                </a:solidFill>
              </a:rPr>
              <a:t>uri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externe</a:t>
            </a:r>
            <a:endParaRPr lang="ro-RO" dirty="0" smtClean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Problemă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API-</a:t>
            </a:r>
            <a:r>
              <a:rPr lang="en-US" dirty="0" err="1">
                <a:solidFill>
                  <a:schemeClr val="tx1"/>
                </a:solidFill>
              </a:rPr>
              <a:t>urile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gratuite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dictionaryapi.dev</a:t>
            </a:r>
            <a:r>
              <a:rPr lang="en-US" dirty="0">
                <a:solidFill>
                  <a:schemeClr val="tx1"/>
                </a:solidFill>
              </a:rPr>
              <a:t>, datamuse.com) pot </a:t>
            </a:r>
            <a:r>
              <a:rPr lang="en-US" dirty="0" err="1">
                <a:solidFill>
                  <a:schemeClr val="tx1"/>
                </a:solidFill>
              </a:rPr>
              <a:t>întârzia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sau</a:t>
            </a:r>
            <a:r>
              <a:rPr lang="en-US" dirty="0">
                <a:solidFill>
                  <a:schemeClr val="tx1"/>
                </a:solidFill>
              </a:rPr>
              <a:t> pot </a:t>
            </a:r>
            <a:r>
              <a:rPr lang="en-US" dirty="0" err="1">
                <a:solidFill>
                  <a:schemeClr val="tx1"/>
                </a:solidFill>
              </a:rPr>
              <a:t>returna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erori</a:t>
            </a:r>
            <a:r>
              <a:rPr lang="en-US" dirty="0">
                <a:solidFill>
                  <a:schemeClr val="tx1"/>
                </a:solidFill>
              </a:rPr>
              <a:t> (404, timeout, </a:t>
            </a:r>
            <a:r>
              <a:rPr lang="en-US" dirty="0" err="1">
                <a:solidFill>
                  <a:schemeClr val="tx1"/>
                </a:solidFill>
              </a:rPr>
              <a:t>rată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limită</a:t>
            </a:r>
            <a:r>
              <a:rPr lang="en-US" dirty="0">
                <a:solidFill>
                  <a:schemeClr val="tx1"/>
                </a:solidFill>
              </a:rPr>
              <a:t>).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Dezbatere</a:t>
            </a:r>
            <a:r>
              <a:rPr lang="en-US" dirty="0">
                <a:solidFill>
                  <a:schemeClr val="tx1"/>
                </a:solidFill>
              </a:rPr>
              <a:t> / </a:t>
            </a:r>
            <a:r>
              <a:rPr lang="en-US" dirty="0" err="1">
                <a:solidFill>
                  <a:schemeClr val="tx1"/>
                </a:solidFill>
              </a:rPr>
              <a:t>Decizie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S-au </a:t>
            </a:r>
            <a:r>
              <a:rPr lang="en-US" dirty="0" err="1">
                <a:solidFill>
                  <a:schemeClr val="tx1"/>
                </a:solidFill>
              </a:rPr>
              <a:t>implementat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funcțiile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showLoading</a:t>
            </a:r>
            <a:r>
              <a:rPr lang="en-US" dirty="0">
                <a:solidFill>
                  <a:schemeClr val="tx1"/>
                </a:solidFill>
              </a:rPr>
              <a:t>() </a:t>
            </a:r>
            <a:r>
              <a:rPr lang="en-US" dirty="0" err="1">
                <a:solidFill>
                  <a:schemeClr val="tx1"/>
                </a:solidFill>
              </a:rPr>
              <a:t>și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showError</a:t>
            </a:r>
            <a:r>
              <a:rPr lang="en-US" dirty="0">
                <a:solidFill>
                  <a:schemeClr val="tx1"/>
                </a:solidFill>
              </a:rPr>
              <a:t>() </a:t>
            </a:r>
            <a:r>
              <a:rPr lang="en-US" dirty="0" err="1">
                <a:solidFill>
                  <a:schemeClr val="tx1"/>
                </a:solidFill>
              </a:rPr>
              <a:t>pentru</a:t>
            </a:r>
            <a:r>
              <a:rPr lang="en-US" dirty="0">
                <a:solidFill>
                  <a:schemeClr val="tx1"/>
                </a:solidFill>
              </a:rPr>
              <a:t> a </a:t>
            </a:r>
            <a:r>
              <a:rPr lang="en-US" dirty="0" err="1">
                <a:solidFill>
                  <a:schemeClr val="tx1"/>
                </a:solidFill>
              </a:rPr>
              <a:t>oferi</a:t>
            </a:r>
            <a:r>
              <a:rPr lang="en-US" dirty="0">
                <a:solidFill>
                  <a:schemeClr val="tx1"/>
                </a:solidFill>
              </a:rPr>
              <a:t> feedback </a:t>
            </a:r>
            <a:r>
              <a:rPr lang="en-US" dirty="0" err="1">
                <a:solidFill>
                  <a:schemeClr val="tx1"/>
                </a:solidFill>
              </a:rPr>
              <a:t>vizual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utilizatorului</a:t>
            </a:r>
            <a:r>
              <a:rPr lang="en-US" dirty="0">
                <a:solidFill>
                  <a:schemeClr val="tx1"/>
                </a:solidFill>
              </a:rPr>
              <a:t>. S-a </a:t>
            </a:r>
            <a:r>
              <a:rPr lang="en-US" dirty="0" err="1">
                <a:solidFill>
                  <a:schemeClr val="tx1"/>
                </a:solidFill>
              </a:rPr>
              <a:t>adăugat</a:t>
            </a:r>
            <a:r>
              <a:rPr lang="en-US" dirty="0">
                <a:solidFill>
                  <a:schemeClr val="tx1"/>
                </a:solidFill>
              </a:rPr>
              <a:t> try-catch </a:t>
            </a:r>
            <a:r>
              <a:rPr lang="en-US" dirty="0" err="1">
                <a:solidFill>
                  <a:schemeClr val="tx1"/>
                </a:solidFill>
              </a:rPr>
              <a:t>și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tratare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separată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pentru</a:t>
            </a:r>
            <a:r>
              <a:rPr lang="en-US" dirty="0">
                <a:solidFill>
                  <a:schemeClr val="tx1"/>
                </a:solidFill>
              </a:rPr>
              <a:t> 404 (</a:t>
            </a:r>
            <a:r>
              <a:rPr lang="en-US" dirty="0" err="1">
                <a:solidFill>
                  <a:schemeClr val="tx1"/>
                </a:solidFill>
              </a:rPr>
              <a:t>cuvânt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negăsit</a:t>
            </a:r>
            <a:r>
              <a:rPr lang="en-US" dirty="0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05202" y="1386410"/>
            <a:ext cx="31873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rgbClr val="0070C0"/>
                </a:solidFill>
              </a:rPr>
              <a:t>Click pe sinonime/antonime pentru a căuta automat cuvântul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10497" y="1981476"/>
            <a:ext cx="337674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rgbClr val="0070C0"/>
                </a:solidFill>
              </a:rPr>
              <a:t>Problemă</a:t>
            </a:r>
            <a:r>
              <a:rPr lang="en-US" dirty="0">
                <a:solidFill>
                  <a:srgbClr val="0070C0"/>
                </a:solidFill>
              </a:rPr>
              <a:t>:</a:t>
            </a:r>
          </a:p>
          <a:p>
            <a:pPr algn="ctr"/>
            <a:r>
              <a:rPr lang="en-US" dirty="0"/>
              <a:t>Cum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facem</a:t>
            </a:r>
            <a:r>
              <a:rPr lang="en-US" dirty="0"/>
              <a:t> ca </a:t>
            </a:r>
            <a:r>
              <a:rPr lang="en-US" dirty="0" err="1"/>
              <a:t>utilizatorul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poată</a:t>
            </a:r>
            <a:r>
              <a:rPr lang="en-US" dirty="0"/>
              <a:t> </a:t>
            </a:r>
            <a:r>
              <a:rPr lang="en-US" dirty="0" err="1"/>
              <a:t>căuta</a:t>
            </a:r>
            <a:r>
              <a:rPr lang="en-US" dirty="0"/>
              <a:t> un </a:t>
            </a:r>
            <a:r>
              <a:rPr lang="en-US" dirty="0" err="1"/>
              <a:t>sinonim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click, </a:t>
            </a:r>
            <a:r>
              <a:rPr lang="en-US" dirty="0" err="1"/>
              <a:t>fără</a:t>
            </a:r>
            <a:r>
              <a:rPr lang="en-US" dirty="0"/>
              <a:t> a </a:t>
            </a:r>
            <a:r>
              <a:rPr lang="en-US" dirty="0" err="1"/>
              <a:t>tasta</a:t>
            </a:r>
            <a:r>
              <a:rPr lang="en-US" dirty="0"/>
              <a:t> din </a:t>
            </a:r>
            <a:r>
              <a:rPr lang="en-US" dirty="0" err="1"/>
              <a:t>nou</a:t>
            </a:r>
            <a:r>
              <a:rPr lang="en-US" dirty="0"/>
              <a:t>?</a:t>
            </a:r>
          </a:p>
          <a:p>
            <a:pPr algn="ctr"/>
            <a:endParaRPr lang="en-US" dirty="0"/>
          </a:p>
          <a:p>
            <a:pPr algn="ctr"/>
            <a:r>
              <a:rPr lang="en-US" dirty="0" err="1">
                <a:solidFill>
                  <a:srgbClr val="0070C0"/>
                </a:solidFill>
              </a:rPr>
              <a:t>Dezbatere</a:t>
            </a:r>
            <a:r>
              <a:rPr lang="en-US" dirty="0">
                <a:solidFill>
                  <a:srgbClr val="0070C0"/>
                </a:solidFill>
              </a:rPr>
              <a:t> / </a:t>
            </a:r>
            <a:r>
              <a:rPr lang="en-US" dirty="0" err="1">
                <a:solidFill>
                  <a:srgbClr val="0070C0"/>
                </a:solidFill>
              </a:rPr>
              <a:t>Decizie</a:t>
            </a:r>
            <a:r>
              <a:rPr lang="en-US" dirty="0">
                <a:solidFill>
                  <a:srgbClr val="0070C0"/>
                </a:solidFill>
              </a:rPr>
              <a:t>:</a:t>
            </a:r>
          </a:p>
          <a:p>
            <a:pPr algn="ctr"/>
            <a:r>
              <a:rPr lang="en-US" dirty="0"/>
              <a:t>S-a </a:t>
            </a:r>
            <a:r>
              <a:rPr lang="en-US" dirty="0" err="1"/>
              <a:t>adăugat</a:t>
            </a:r>
            <a:r>
              <a:rPr lang="en-US" dirty="0"/>
              <a:t> un event listener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resultContainer</a:t>
            </a:r>
            <a:r>
              <a:rPr lang="en-US" dirty="0"/>
              <a:t> care </a:t>
            </a:r>
            <a:r>
              <a:rPr lang="en-US" dirty="0" err="1"/>
              <a:t>detectează</a:t>
            </a:r>
            <a:r>
              <a:rPr lang="en-US" dirty="0"/>
              <a:t> click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elementele</a:t>
            </a:r>
            <a:r>
              <a:rPr lang="en-US" dirty="0"/>
              <a:t> cu </a:t>
            </a:r>
            <a:r>
              <a:rPr lang="en-US" dirty="0" err="1"/>
              <a:t>clasa</a:t>
            </a:r>
            <a:r>
              <a:rPr lang="en-US" dirty="0"/>
              <a:t> word-tag. La click, se </a:t>
            </a:r>
            <a:r>
              <a:rPr lang="en-US" dirty="0" err="1"/>
              <a:t>preia</a:t>
            </a:r>
            <a:r>
              <a:rPr lang="en-US" dirty="0"/>
              <a:t> </a:t>
            </a:r>
            <a:r>
              <a:rPr lang="en-US" dirty="0" err="1"/>
              <a:t>textul</a:t>
            </a:r>
            <a:r>
              <a:rPr lang="en-US" dirty="0"/>
              <a:t>, se </a:t>
            </a:r>
            <a:r>
              <a:rPr lang="en-US" dirty="0" err="1"/>
              <a:t>pune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câmpul</a:t>
            </a:r>
            <a:r>
              <a:rPr lang="en-US" dirty="0"/>
              <a:t> de </a:t>
            </a:r>
            <a:r>
              <a:rPr lang="en-US" dirty="0" err="1"/>
              <a:t>căutare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se </a:t>
            </a:r>
            <a:r>
              <a:rPr lang="en-US" dirty="0" err="1"/>
              <a:t>rulează</a:t>
            </a:r>
            <a:r>
              <a:rPr lang="en-US" dirty="0"/>
              <a:t> din </a:t>
            </a:r>
            <a:r>
              <a:rPr lang="en-US" dirty="0" err="1"/>
              <a:t>nou</a:t>
            </a:r>
            <a:r>
              <a:rPr lang="en-US" dirty="0"/>
              <a:t> </a:t>
            </a:r>
            <a:r>
              <a:rPr lang="en-US" dirty="0" err="1"/>
              <a:t>searchWord</a:t>
            </a:r>
            <a:r>
              <a:rPr lang="en-US" dirty="0"/>
              <a:t>()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1369" y="412714"/>
            <a:ext cx="34692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err="1">
                <a:latin typeface="Arial Black" panose="020B0A04020102020204" pitchFamily="34" charset="0"/>
              </a:rPr>
              <a:t>Concluzie</a:t>
            </a:r>
            <a:endParaRPr lang="en-US" sz="4800" dirty="0"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05795" y="553373"/>
            <a:ext cx="4572000" cy="153888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600" dirty="0" err="1"/>
              <a:t>Proiectul</a:t>
            </a:r>
            <a:r>
              <a:rPr lang="en-US" sz="1600" dirty="0"/>
              <a:t> B&amp;C – </a:t>
            </a:r>
            <a:r>
              <a:rPr lang="en-US" sz="1600" dirty="0" err="1"/>
              <a:t>Dicționarul</a:t>
            </a:r>
            <a:r>
              <a:rPr lang="en-US" sz="1600" dirty="0"/>
              <a:t> </a:t>
            </a:r>
            <a:r>
              <a:rPr lang="en-US" sz="1600" dirty="0" err="1"/>
              <a:t>Școlar</a:t>
            </a:r>
            <a:r>
              <a:rPr lang="en-US" sz="1600" dirty="0"/>
              <a:t> a </a:t>
            </a:r>
            <a:r>
              <a:rPr lang="en-US" sz="1600" dirty="0" err="1"/>
              <a:t>urmărit</a:t>
            </a:r>
            <a:r>
              <a:rPr lang="en-US" sz="1600" dirty="0"/>
              <a:t> </a:t>
            </a:r>
            <a:r>
              <a:rPr lang="en-US" sz="1600" dirty="0" err="1"/>
              <a:t>dezvoltarea</a:t>
            </a:r>
            <a:r>
              <a:rPr lang="en-US" sz="1600" dirty="0"/>
              <a:t> </a:t>
            </a:r>
            <a:r>
              <a:rPr lang="en-US" sz="1600" dirty="0" err="1"/>
              <a:t>unei</a:t>
            </a:r>
            <a:r>
              <a:rPr lang="en-US" sz="1600" dirty="0"/>
              <a:t> </a:t>
            </a:r>
            <a:r>
              <a:rPr lang="en-US" sz="1600" dirty="0" err="1"/>
              <a:t>aplicații</a:t>
            </a:r>
            <a:r>
              <a:rPr lang="en-US" sz="1600" dirty="0"/>
              <a:t> web interactive care </a:t>
            </a:r>
            <a:r>
              <a:rPr lang="en-US" sz="1600" dirty="0" err="1"/>
              <a:t>să</a:t>
            </a:r>
            <a:r>
              <a:rPr lang="en-US" sz="1600" dirty="0"/>
              <a:t> </a:t>
            </a:r>
            <a:r>
              <a:rPr lang="en-US" sz="1600" dirty="0" err="1"/>
              <a:t>ofere</a:t>
            </a:r>
            <a:r>
              <a:rPr lang="en-US" sz="1600" dirty="0"/>
              <a:t> </a:t>
            </a:r>
            <a:r>
              <a:rPr lang="en-US" sz="1600" dirty="0" err="1"/>
              <a:t>utilizatorilor</a:t>
            </a:r>
            <a:r>
              <a:rPr lang="en-US" sz="1600" dirty="0"/>
              <a:t> </a:t>
            </a:r>
            <a:r>
              <a:rPr lang="en-US" sz="1600" dirty="0" err="1"/>
              <a:t>definiții</a:t>
            </a:r>
            <a:r>
              <a:rPr lang="en-US" sz="1600" dirty="0"/>
              <a:t>, </a:t>
            </a:r>
            <a:r>
              <a:rPr lang="en-US" sz="1600" dirty="0" err="1"/>
              <a:t>sinonime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antonime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cuvintele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limba</a:t>
            </a:r>
            <a:r>
              <a:rPr lang="en-US" sz="1600" dirty="0"/>
              <a:t> </a:t>
            </a:r>
            <a:r>
              <a:rPr lang="en-US" sz="1600" dirty="0" err="1"/>
              <a:t>engleză</a:t>
            </a:r>
            <a:r>
              <a:rPr lang="en-US" sz="1600" dirty="0"/>
              <a:t>, </a:t>
            </a:r>
            <a:r>
              <a:rPr lang="en-US" sz="1600" dirty="0" err="1"/>
              <a:t>într</a:t>
            </a:r>
            <a:r>
              <a:rPr lang="en-US" sz="1600" dirty="0"/>
              <a:t>-o </a:t>
            </a:r>
            <a:r>
              <a:rPr lang="en-US" sz="1600" dirty="0" err="1"/>
              <a:t>interfață</a:t>
            </a:r>
            <a:r>
              <a:rPr lang="en-US" sz="1600" dirty="0"/>
              <a:t> </a:t>
            </a:r>
            <a:r>
              <a:rPr lang="en-US" sz="1600" dirty="0" err="1"/>
              <a:t>modernă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ușor</a:t>
            </a:r>
            <a:r>
              <a:rPr lang="en-US" sz="1600" dirty="0"/>
              <a:t> de </a:t>
            </a:r>
            <a:r>
              <a:rPr lang="en-US" sz="1600" dirty="0" err="1"/>
              <a:t>utilizat</a:t>
            </a:r>
            <a:r>
              <a:rPr lang="en-US" sz="1600" dirty="0"/>
              <a:t>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" y="1637684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err="1"/>
              <a:t>Provocări</a:t>
            </a:r>
            <a:r>
              <a:rPr lang="en-US" dirty="0"/>
              <a:t> </a:t>
            </a:r>
            <a:r>
              <a:rPr lang="en-US" dirty="0" err="1"/>
              <a:t>depășite</a:t>
            </a:r>
            <a:r>
              <a:rPr lang="en-US" dirty="0" smtClean="0"/>
              <a:t>:</a:t>
            </a:r>
            <a:endParaRPr lang="ro-RO" dirty="0" smtClean="0"/>
          </a:p>
          <a:p>
            <a:pPr algn="ctr"/>
            <a:endParaRPr lang="en-US" dirty="0"/>
          </a:p>
          <a:p>
            <a:pPr algn="ctr"/>
            <a:r>
              <a:rPr lang="en-US" dirty="0" err="1"/>
              <a:t>Rezolvarea</a:t>
            </a:r>
            <a:r>
              <a:rPr lang="en-US" dirty="0"/>
              <a:t> </a:t>
            </a:r>
            <a:r>
              <a:rPr lang="en-US" dirty="0" err="1"/>
              <a:t>conflictelor</a:t>
            </a:r>
            <a:r>
              <a:rPr lang="en-US" dirty="0"/>
              <a:t> de cod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timpul</a:t>
            </a:r>
            <a:r>
              <a:rPr lang="en-US" dirty="0"/>
              <a:t> </a:t>
            </a:r>
            <a:r>
              <a:rPr lang="en-US" dirty="0" err="1"/>
              <a:t>îmbinării</a:t>
            </a:r>
            <a:r>
              <a:rPr lang="en-US" dirty="0"/>
              <a:t> branch-</a:t>
            </a:r>
            <a:r>
              <a:rPr lang="en-US" dirty="0" err="1"/>
              <a:t>urilor</a:t>
            </a:r>
            <a:r>
              <a:rPr lang="en-US" dirty="0"/>
              <a:t> </a:t>
            </a:r>
            <a:r>
              <a:rPr lang="en-US" dirty="0" err="1"/>
              <a:t>Git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 err="1"/>
              <a:t>Gestionarea</a:t>
            </a:r>
            <a:r>
              <a:rPr lang="en-US" dirty="0"/>
              <a:t> </a:t>
            </a:r>
            <a:r>
              <a:rPr lang="en-US" dirty="0" err="1"/>
              <a:t>asincronă</a:t>
            </a:r>
            <a:r>
              <a:rPr lang="en-US" dirty="0"/>
              <a:t> a </a:t>
            </a:r>
            <a:r>
              <a:rPr lang="en-US" dirty="0" err="1"/>
              <a:t>cererilor</a:t>
            </a:r>
            <a:r>
              <a:rPr lang="en-US" dirty="0"/>
              <a:t> </a:t>
            </a:r>
            <a:r>
              <a:rPr lang="en-US" dirty="0" err="1"/>
              <a:t>către</a:t>
            </a:r>
            <a:r>
              <a:rPr lang="en-US" dirty="0"/>
              <a:t> API-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externe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 err="1"/>
              <a:t>Asigurarea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experiențe</a:t>
            </a:r>
            <a:r>
              <a:rPr lang="en-US" dirty="0"/>
              <a:t> </a:t>
            </a:r>
            <a:r>
              <a:rPr lang="en-US" dirty="0" err="1"/>
              <a:t>fluide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utilizator</a:t>
            </a:r>
            <a:r>
              <a:rPr lang="en-US" dirty="0"/>
              <a:t> (</a:t>
            </a:r>
            <a:r>
              <a:rPr lang="en-US" dirty="0" err="1"/>
              <a:t>încărcare</a:t>
            </a:r>
            <a:r>
              <a:rPr lang="en-US" dirty="0"/>
              <a:t>, </a:t>
            </a:r>
            <a:r>
              <a:rPr lang="en-US" dirty="0" err="1"/>
              <a:t>erori</a:t>
            </a:r>
            <a:r>
              <a:rPr lang="en-US" dirty="0"/>
              <a:t>, feedback)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85131" y="2092256"/>
            <a:ext cx="539496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 err="1"/>
              <a:t>Rezultat</a:t>
            </a:r>
            <a:r>
              <a:rPr lang="en-US" sz="1100" dirty="0"/>
              <a:t> final</a:t>
            </a:r>
            <a:r>
              <a:rPr lang="en-US" sz="1100" dirty="0" smtClean="0"/>
              <a:t>:</a:t>
            </a:r>
            <a:endParaRPr lang="ro-RO" sz="1100" dirty="0" smtClean="0"/>
          </a:p>
          <a:p>
            <a:pPr algn="ctr"/>
            <a:endParaRPr lang="en-US" sz="1100" dirty="0"/>
          </a:p>
          <a:p>
            <a:pPr algn="ctr"/>
            <a:r>
              <a:rPr lang="en-US" sz="1100" dirty="0" err="1"/>
              <a:t>Aplicația</a:t>
            </a:r>
            <a:r>
              <a:rPr lang="en-US" sz="1100" dirty="0"/>
              <a:t> </a:t>
            </a:r>
            <a:r>
              <a:rPr lang="en-US" sz="1100" dirty="0" err="1"/>
              <a:t>este</a:t>
            </a:r>
            <a:r>
              <a:rPr lang="en-US" sz="1100" dirty="0"/>
              <a:t> </a:t>
            </a:r>
            <a:r>
              <a:rPr lang="en-US" sz="1100" dirty="0" err="1"/>
              <a:t>funcțională</a:t>
            </a:r>
            <a:r>
              <a:rPr lang="en-US" sz="1100" dirty="0"/>
              <a:t>, </a:t>
            </a:r>
            <a:r>
              <a:rPr lang="en-US" sz="1100" dirty="0" err="1"/>
              <a:t>accesibilă</a:t>
            </a:r>
            <a:r>
              <a:rPr lang="en-US" sz="1100" dirty="0"/>
              <a:t> public la </a:t>
            </a:r>
            <a:r>
              <a:rPr lang="en-US" sz="1100" dirty="0" err="1"/>
              <a:t>adresa</a:t>
            </a:r>
            <a:r>
              <a:rPr lang="en-US" sz="1100" dirty="0"/>
              <a:t>:</a:t>
            </a:r>
          </a:p>
          <a:p>
            <a:pPr algn="ctr"/>
            <a:r>
              <a:rPr lang="ro-RO" sz="1100" dirty="0"/>
              <a:t> </a:t>
            </a:r>
            <a:r>
              <a:rPr lang="ro-RO" sz="1100" dirty="0">
                <a:hlinkClick r:id="rId2"/>
              </a:rPr>
              <a:t>https://catalin200814.github.io/Landing-Page-Dictionar_Online</a:t>
            </a:r>
            <a:r>
              <a:rPr lang="ro-RO" sz="1100" dirty="0" smtClean="0">
                <a:hlinkClick r:id="rId2"/>
              </a:rPr>
              <a:t>/</a:t>
            </a:r>
            <a:r>
              <a:rPr lang="ro-RO" sz="1100" dirty="0" smtClean="0"/>
              <a:t>  </a:t>
            </a:r>
          </a:p>
          <a:p>
            <a:pPr algn="ctr"/>
            <a:r>
              <a:rPr lang="ro-RO" sz="1100" dirty="0" smtClean="0"/>
              <a:t> </a:t>
            </a:r>
            <a:endParaRPr lang="en-US" sz="1100" dirty="0" smtClean="0"/>
          </a:p>
          <a:p>
            <a:pPr algn="ctr"/>
            <a:endParaRPr lang="en-US" sz="1100" dirty="0"/>
          </a:p>
          <a:p>
            <a:pPr algn="ctr"/>
            <a:r>
              <a:rPr lang="en-US" sz="1100" dirty="0" err="1"/>
              <a:t>Posibile</a:t>
            </a:r>
            <a:r>
              <a:rPr lang="en-US" sz="1100" dirty="0"/>
              <a:t> </a:t>
            </a:r>
            <a:r>
              <a:rPr lang="en-US" sz="1100" dirty="0" err="1"/>
              <a:t>îmbunătățiri</a:t>
            </a:r>
            <a:r>
              <a:rPr lang="en-US" sz="1100" dirty="0"/>
              <a:t> </a:t>
            </a:r>
            <a:r>
              <a:rPr lang="en-US" sz="1100" dirty="0" err="1"/>
              <a:t>viitoare</a:t>
            </a:r>
            <a:r>
              <a:rPr lang="en-US" sz="1100" dirty="0"/>
              <a:t>:</a:t>
            </a:r>
          </a:p>
          <a:p>
            <a:pPr algn="ctr"/>
            <a:r>
              <a:rPr lang="en-US" sz="1100" dirty="0" err="1"/>
              <a:t>Adăugarea</a:t>
            </a:r>
            <a:r>
              <a:rPr lang="en-US" sz="1100" dirty="0"/>
              <a:t> </a:t>
            </a:r>
            <a:r>
              <a:rPr lang="en-US" sz="1100" dirty="0" err="1"/>
              <a:t>suportului</a:t>
            </a:r>
            <a:r>
              <a:rPr lang="en-US" sz="1100" dirty="0"/>
              <a:t> </a:t>
            </a:r>
            <a:r>
              <a:rPr lang="en-US" sz="1100" dirty="0" err="1"/>
              <a:t>pentru</a:t>
            </a:r>
            <a:r>
              <a:rPr lang="en-US" sz="1100" dirty="0"/>
              <a:t> </a:t>
            </a:r>
            <a:r>
              <a:rPr lang="en-US" sz="1100" dirty="0" err="1"/>
              <a:t>limba</a:t>
            </a:r>
            <a:r>
              <a:rPr lang="en-US" sz="1100" dirty="0"/>
              <a:t> </a:t>
            </a:r>
            <a:r>
              <a:rPr lang="en-US" sz="1100" dirty="0" err="1"/>
              <a:t>română</a:t>
            </a:r>
            <a:endParaRPr lang="en-US" sz="1100" dirty="0"/>
          </a:p>
          <a:p>
            <a:pPr algn="ctr"/>
            <a:endParaRPr lang="en-US" sz="1100" dirty="0"/>
          </a:p>
          <a:p>
            <a:pPr algn="ctr"/>
            <a:r>
              <a:rPr lang="en-US" sz="1100" dirty="0" err="1"/>
              <a:t>Istoric</a:t>
            </a:r>
            <a:r>
              <a:rPr lang="en-US" sz="1100" dirty="0"/>
              <a:t> </a:t>
            </a:r>
            <a:r>
              <a:rPr lang="en-US" sz="1100" dirty="0" err="1"/>
              <a:t>căutări</a:t>
            </a:r>
            <a:r>
              <a:rPr lang="en-US" sz="1100" dirty="0"/>
              <a:t> cu </a:t>
            </a:r>
            <a:r>
              <a:rPr lang="en-US" sz="1100" dirty="0" err="1"/>
              <a:t>salvare</a:t>
            </a:r>
            <a:r>
              <a:rPr lang="en-US" sz="1100" dirty="0"/>
              <a:t> </a:t>
            </a:r>
            <a:r>
              <a:rPr lang="en-US" sz="1100" dirty="0" err="1"/>
              <a:t>în</a:t>
            </a:r>
            <a:r>
              <a:rPr lang="en-US" sz="1100" dirty="0"/>
              <a:t> </a:t>
            </a:r>
            <a:r>
              <a:rPr lang="en-US" sz="1100" dirty="0" err="1"/>
              <a:t>localStorage</a:t>
            </a:r>
            <a:endParaRPr lang="en-US" sz="1100" dirty="0"/>
          </a:p>
          <a:p>
            <a:pPr algn="ctr"/>
            <a:endParaRPr lang="en-US" sz="1100" dirty="0"/>
          </a:p>
          <a:p>
            <a:pPr algn="ctr"/>
            <a:r>
              <a:rPr lang="en-US" sz="1100" dirty="0" err="1"/>
              <a:t>Secțiune</a:t>
            </a:r>
            <a:r>
              <a:rPr lang="en-US" sz="1100" dirty="0"/>
              <a:t> "</a:t>
            </a:r>
            <a:r>
              <a:rPr lang="en-US" sz="1100" dirty="0" err="1"/>
              <a:t>Cuvântul</a:t>
            </a:r>
            <a:r>
              <a:rPr lang="en-US" sz="1100" dirty="0"/>
              <a:t> </a:t>
            </a:r>
            <a:r>
              <a:rPr lang="en-US" sz="1100" dirty="0" err="1"/>
              <a:t>zilei</a:t>
            </a:r>
            <a:r>
              <a:rPr lang="en-US" sz="1100" dirty="0"/>
              <a:t>" </a:t>
            </a:r>
            <a:r>
              <a:rPr lang="en-US" sz="1100" dirty="0" err="1"/>
              <a:t>randomizat</a:t>
            </a:r>
            <a:r>
              <a:rPr lang="en-US" sz="1100" dirty="0"/>
              <a:t> </a:t>
            </a:r>
            <a:r>
              <a:rPr lang="en-US" sz="1100" dirty="0" err="1"/>
              <a:t>zilnic</a:t>
            </a:r>
            <a:endParaRPr lang="en-US" sz="1100" dirty="0"/>
          </a:p>
          <a:p>
            <a:pPr algn="ctr"/>
            <a:endParaRPr lang="en-US" sz="1100" dirty="0"/>
          </a:p>
          <a:p>
            <a:pPr algn="ctr"/>
            <a:r>
              <a:rPr lang="en-US" sz="1100" dirty="0" err="1"/>
              <a:t>Versiune</a:t>
            </a:r>
            <a:r>
              <a:rPr lang="en-US" sz="1100" dirty="0"/>
              <a:t> responsive </a:t>
            </a:r>
            <a:r>
              <a:rPr lang="en-US" sz="1100" dirty="0" err="1"/>
              <a:t>completă</a:t>
            </a:r>
            <a:r>
              <a:rPr lang="en-US" sz="1100" dirty="0"/>
              <a:t> </a:t>
            </a:r>
            <a:r>
              <a:rPr lang="en-US" sz="1100" dirty="0" err="1"/>
              <a:t>pentru</a:t>
            </a:r>
            <a:r>
              <a:rPr lang="en-US" sz="1100" dirty="0"/>
              <a:t> </a:t>
            </a:r>
            <a:r>
              <a:rPr lang="en-US" sz="1100" dirty="0" err="1"/>
              <a:t>mobil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5904818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416</Words>
  <Application>Microsoft Office PowerPoint</Application>
  <PresentationFormat>On-screen Show (16:9)</PresentationFormat>
  <Paragraphs>71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Swis721 BdOul BT</vt:lpstr>
      <vt:lpstr>Crimson Text</vt:lpstr>
      <vt:lpstr>Times New Roman</vt:lpstr>
      <vt:lpstr>Arial Black</vt:lpstr>
      <vt:lpstr>Arial</vt:lpstr>
      <vt:lpstr>Vidaloka</vt:lpstr>
      <vt:lpstr>Algerian</vt:lpstr>
      <vt:lpstr>Montserrat</vt:lpstr>
      <vt:lpstr>Lato</vt:lpstr>
      <vt:lpstr>Minimalist Business Slides XL by Slidesgo</vt:lpstr>
      <vt:lpstr>Dicționar online</vt:lpstr>
      <vt:lpstr>Introducere</vt:lpstr>
      <vt:lpstr>Funcționalități</vt:lpstr>
      <vt:lpstr>Progres semestru</vt:lpstr>
      <vt:lpstr>Pagina Principală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Dicționar online</dc:title>
  <cp:lastModifiedBy>Student</cp:lastModifiedBy>
  <cp:revision>8</cp:revision>
  <dcterms:modified xsi:type="dcterms:W3CDTF">2026-05-06T05:58:54Z</dcterms:modified>
</cp:coreProperties>
</file>