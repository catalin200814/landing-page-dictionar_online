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Lato" panose="020B0604020202020204" charset="0"/>
      <p:regular r:id="rId17"/>
      <p:bold r:id="rId18"/>
      <p:italic r:id="rId19"/>
      <p:boldItalic r:id="rId20"/>
    </p:embeddedFont>
    <p:embeddedFont>
      <p:font typeface="Crimson Text" panose="020B0604020202020204" charset="0"/>
      <p:regular r:id="rId21"/>
      <p:bold r:id="rId22"/>
      <p:italic r:id="rId23"/>
      <p:boldItalic r:id="rId24"/>
    </p:embeddedFont>
    <p:embeddedFont>
      <p:font typeface="Vidaloka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892771-CBD0-4977-8D78-93B484D16BB3}">
  <a:tblStyle styleId="{CA892771-CBD0-4977-8D78-93B484D16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97" r:id="rId13"/>
    <p:sldLayoutId id="2147483698" r:id="rId14"/>
    <p:sldLayoutId id="2147483699" r:id="rId15"/>
    <p:sldLayoutId id="214748370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40000" y="1554480"/>
            <a:ext cx="7064100" cy="10192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Dic</a:t>
            </a:r>
            <a:r>
              <a:rPr lang="ro-RO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ționar</a:t>
            </a: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online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602394" y="3279128"/>
            <a:ext cx="7064100" cy="12014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Echipă: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Popușoi Bogdan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Salcoci</a:t>
            </a:r>
            <a:r>
              <a:rPr lang="ro-RO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Cătălin</a:t>
            </a:r>
            <a:endParaRPr lang="ro-RO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dirty="0"/>
              <a:t>B&amp;C - </a:t>
            </a:r>
            <a:r>
              <a:rPr lang="en-US" dirty="0" err="1"/>
              <a:t>Dicționarul</a:t>
            </a:r>
            <a:r>
              <a:rPr lang="en-US" dirty="0"/>
              <a:t> </a:t>
            </a:r>
            <a:r>
              <a:rPr lang="en-US" dirty="0" err="1"/>
              <a:t>Școlar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aplicație</a:t>
            </a:r>
            <a:r>
              <a:rPr lang="en-US" dirty="0"/>
              <a:t> web </a:t>
            </a:r>
            <a:r>
              <a:rPr lang="en-US" dirty="0" err="1"/>
              <a:t>modernă</a:t>
            </a:r>
            <a:r>
              <a:rPr lang="en-US" dirty="0"/>
              <a:t>, </a:t>
            </a:r>
          </a:p>
          <a:p>
            <a:pPr marL="0" lvl="0" indent="0">
              <a:buSzPts val="1100"/>
              <a:buNone/>
            </a:pPr>
            <a:r>
              <a:rPr lang="en-US" dirty="0" err="1"/>
              <a:t>dezvoltată</a:t>
            </a:r>
            <a:r>
              <a:rPr lang="en-US" dirty="0"/>
              <a:t> ca </a:t>
            </a:r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educațional</a:t>
            </a:r>
            <a:r>
              <a:rPr lang="en-US" dirty="0"/>
              <a:t>, care </a:t>
            </a:r>
            <a:r>
              <a:rPr lang="en-US" dirty="0" err="1"/>
              <a:t>oferă</a:t>
            </a:r>
            <a:r>
              <a:rPr lang="en-US" dirty="0"/>
              <a:t> </a:t>
            </a:r>
            <a:r>
              <a:rPr lang="en-US" dirty="0" err="1"/>
              <a:t>utilizatorilor</a:t>
            </a:r>
            <a:r>
              <a:rPr lang="en-US" dirty="0"/>
              <a:t> </a:t>
            </a:r>
          </a:p>
          <a:p>
            <a:pPr marL="0" lvl="0" indent="0">
              <a:buSzPts val="1100"/>
              <a:buNone/>
            </a:pP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căuta</a:t>
            </a:r>
            <a:r>
              <a:rPr lang="en-US" dirty="0"/>
              <a:t> rapid </a:t>
            </a:r>
            <a:r>
              <a:rPr lang="en-US" dirty="0" err="1"/>
              <a:t>definiții</a:t>
            </a:r>
            <a:r>
              <a:rPr lang="en-US" dirty="0"/>
              <a:t>, </a:t>
            </a:r>
            <a:r>
              <a:rPr lang="en-US" dirty="0" err="1"/>
              <a:t>sinonime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antonime</a:t>
            </a:r>
            <a:r>
              <a:rPr lang="en-US" dirty="0"/>
              <a:t> </a:t>
            </a:r>
          </a:p>
          <a:p>
            <a:pPr marL="0" lvl="0" indent="0">
              <a:buSzPts val="1100"/>
              <a:buNone/>
            </a:pP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cuvinte</a:t>
            </a:r>
            <a:r>
              <a:rPr lang="en-US" dirty="0"/>
              <a:t> din </a:t>
            </a:r>
            <a:r>
              <a:rPr lang="en-US" dirty="0" err="1"/>
              <a:t>limba</a:t>
            </a:r>
            <a:r>
              <a:rPr lang="en-US" dirty="0"/>
              <a:t> </a:t>
            </a:r>
            <a:r>
              <a:rPr lang="en-US" dirty="0" err="1"/>
              <a:t>română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engleză</a:t>
            </a:r>
            <a:r>
              <a:rPr lang="en-US" dirty="0"/>
              <a:t>.</a:t>
            </a:r>
          </a:p>
          <a:p>
            <a:pPr marL="0" lvl="0" indent="0">
              <a:buSzPts val="1100"/>
              <a:buNone/>
            </a:pPr>
            <a:endParaRPr lang="en-US" dirty="0"/>
          </a:p>
          <a:p>
            <a:pPr marL="0" lvl="0" indent="0">
              <a:buSzPts val="1100"/>
              <a:buNone/>
            </a:pPr>
            <a:r>
              <a:rPr lang="en-US" dirty="0" err="1"/>
              <a:t>Aplicația</a:t>
            </a:r>
            <a:r>
              <a:rPr lang="en-US" dirty="0"/>
              <a:t> se </a:t>
            </a:r>
            <a:r>
              <a:rPr lang="en-US" dirty="0" err="1"/>
              <a:t>adresează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special </a:t>
            </a:r>
            <a:r>
              <a:rPr lang="en-US" dirty="0" err="1"/>
              <a:t>elevilor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oricărei</a:t>
            </a:r>
            <a:r>
              <a:rPr lang="en-US" dirty="0"/>
              <a:t> </a:t>
            </a:r>
          </a:p>
          <a:p>
            <a:pPr marL="0" lvl="0" indent="0">
              <a:buSzPts val="1100"/>
              <a:buNone/>
            </a:pPr>
            <a:r>
              <a:rPr lang="en-US" dirty="0" err="1"/>
              <a:t>persoane</a:t>
            </a:r>
            <a:r>
              <a:rPr lang="en-US" dirty="0"/>
              <a:t> care </a:t>
            </a:r>
            <a:r>
              <a:rPr lang="en-US" dirty="0" err="1"/>
              <a:t>dorește</a:t>
            </a:r>
            <a:r>
              <a:rPr lang="en-US" dirty="0"/>
              <a:t> </a:t>
            </a:r>
            <a:r>
              <a:rPr lang="en-US" dirty="0" err="1"/>
              <a:t>să-și</a:t>
            </a:r>
            <a:r>
              <a:rPr lang="en-US" dirty="0"/>
              <a:t> </a:t>
            </a:r>
            <a:r>
              <a:rPr lang="en-US" dirty="0" err="1"/>
              <a:t>îmbogățească</a:t>
            </a:r>
            <a:r>
              <a:rPr lang="en-US" dirty="0"/>
              <a:t> </a:t>
            </a:r>
            <a:r>
              <a:rPr lang="en-US" dirty="0" err="1"/>
              <a:t>vocabularul</a:t>
            </a:r>
            <a:r>
              <a:rPr lang="en-US" dirty="0"/>
              <a:t> </a:t>
            </a:r>
            <a:r>
              <a:rPr lang="en-US" dirty="0" err="1"/>
              <a:t>într</a:t>
            </a:r>
            <a:r>
              <a:rPr lang="en-US" dirty="0"/>
              <a:t>-un </a:t>
            </a:r>
          </a:p>
          <a:p>
            <a:pPr marL="0" lvl="0" indent="0">
              <a:buSzPts val="1100"/>
              <a:buNone/>
            </a:pPr>
            <a:r>
              <a:rPr lang="en-US" dirty="0"/>
              <a:t>mod </a:t>
            </a:r>
            <a:r>
              <a:rPr lang="en-US" dirty="0" err="1"/>
              <a:t>interactiv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plăcut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Funcționalități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33949" y="502919"/>
            <a:ext cx="555171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🔍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Caută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limba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română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engleză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sinonime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antonime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zilei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Afișează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zilnic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cuvânt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completă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Include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pronunție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sinonime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Istoric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căutări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Salvează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ultimele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cuvinte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căutate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reîncărcarea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rapidă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acestora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🌙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întunecat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Interfață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adaptabilă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pentru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confort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vizual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Comutare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luminos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întunecat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Design responsive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Funcționează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dispozitiv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Desktop,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tabletă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telefon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Progres semestru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825" y="1172053"/>
            <a:ext cx="5014449" cy="33929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4"/>
          <p:cNvSpPr txBox="1">
            <a:spLocks noGrp="1"/>
          </p:cNvSpPr>
          <p:nvPr>
            <p:ph type="title"/>
          </p:nvPr>
        </p:nvSpPr>
        <p:spPr>
          <a:xfrm>
            <a:off x="2501940" y="522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 smtClean="0"/>
              <a:t>Pagina Principală</a:t>
            </a:r>
            <a:br>
              <a:rPr lang="ro-RO" dirty="0" smtClean="0"/>
            </a:b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67" y="1200150"/>
            <a:ext cx="7258346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547" name="Google Shape;547;p65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“This is a quote. Words full of wisdom that someone important said and can make the reader get inspired.”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 you know what helps you make your point clear? Lists like this one: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 Because they’re simple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 You can organize your ideas clearly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 And because you’ll never forget to buy milk!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/>
              <a:t>And the most important thing: the audience won’t miss the point of your presentation. Let’s use lists!</a:t>
            </a:r>
            <a:endParaRPr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you know what helps you make your point clear? Lists like this one: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 Because they’re simple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 You can organize your ideas clearly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 And because you’ll never forget to buy milk!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most important thing: the audience won’t miss the point of your presentation. Let’s use lists!</a:t>
            </a:r>
            <a:endParaRPr/>
          </a:p>
        </p:txBody>
      </p:sp>
      <p:sp>
        <p:nvSpPr>
          <p:cNvPr id="560" name="Google Shape;560;p6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slide title goes here!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introduce yourself, write your email…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"/>
          <p:cNvSpPr txBox="1">
            <a:spLocks noGrp="1"/>
          </p:cNvSpPr>
          <p:nvPr>
            <p:ph type="title"/>
          </p:nvPr>
        </p:nvSpPr>
        <p:spPr>
          <a:xfrm>
            <a:off x="3742850" y="1549881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Whoa!</a:t>
            </a:r>
            <a:endParaRPr/>
          </a:p>
        </p:txBody>
      </p:sp>
      <p:sp>
        <p:nvSpPr>
          <p:cNvPr id="572" name="Google Shape;572;p69"/>
          <p:cNvSpPr txBox="1">
            <a:spLocks noGrp="1"/>
          </p:cNvSpPr>
          <p:nvPr>
            <p:ph type="subTitle" idx="1"/>
          </p:nvPr>
        </p:nvSpPr>
        <p:spPr>
          <a:xfrm>
            <a:off x="3742850" y="3039219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introduce yourself, write your email…</a:t>
            </a:r>
            <a:endParaRPr/>
          </a:p>
        </p:txBody>
      </p:sp>
      <p:pic>
        <p:nvPicPr>
          <p:cNvPr id="573" name="Google Shape;573;p69"/>
          <p:cNvPicPr preferRelativeResize="0"/>
          <p:nvPr/>
        </p:nvPicPr>
        <p:blipFill rotWithShape="1">
          <a:blip r:embed="rId3">
            <a:alphaModFix/>
          </a:blip>
          <a:srcRect l="8930" r="24823"/>
          <a:stretch/>
        </p:blipFill>
        <p:spPr>
          <a:xfrm>
            <a:off x="856150" y="1294350"/>
            <a:ext cx="2537400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357</Words>
  <Application>Microsoft Office PowerPoint</Application>
  <PresentationFormat>On-screen Show (16:9)</PresentationFormat>
  <Paragraphs>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Montserrat</vt:lpstr>
      <vt:lpstr>Times New Roman</vt:lpstr>
      <vt:lpstr>Lato</vt:lpstr>
      <vt:lpstr>Arial</vt:lpstr>
      <vt:lpstr>Crimson Text</vt:lpstr>
      <vt:lpstr>Vidaloka</vt:lpstr>
      <vt:lpstr>Minimalist Business Slides XL by Slidesgo</vt:lpstr>
      <vt:lpstr>Dicționar online</vt:lpstr>
      <vt:lpstr>Introducere</vt:lpstr>
      <vt:lpstr>Funcționalități</vt:lpstr>
      <vt:lpstr>Progres semestru</vt:lpstr>
      <vt:lpstr>Pagina Principală </vt:lpstr>
      <vt:lpstr>—Someone Famous</vt:lpstr>
      <vt:lpstr>The slide title goes here!</vt:lpstr>
      <vt:lpstr>The slide title goes here!</vt:lpstr>
      <vt:lpstr>Whoa!</vt:lpstr>
      <vt:lpstr>Whoa!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Dicționar online</dc:title>
  <cp:lastModifiedBy>Student</cp:lastModifiedBy>
  <cp:revision>6</cp:revision>
  <dcterms:modified xsi:type="dcterms:W3CDTF">2026-04-28T08:09:24Z</dcterms:modified>
</cp:coreProperties>
</file>